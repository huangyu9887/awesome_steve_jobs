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C8854A">
              <a:alpha val="40000"/>
            </a:srgbClr>
          </a:solidFill>
          <a:ln w="12700">
            <a:solidFill>
              <a:srgbClr val="C8854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4023360"/>
            <a:ext cx="1645920" cy="1645920"/>
          </a:xfrm>
          <a:prstGeom prst="ellipse">
            <a:avLst/>
          </a:prstGeom>
          <a:solidFill>
            <a:srgbClr val="C8854A">
              <a:alpha val="25000"/>
            </a:srgbClr>
          </a:solidFill>
          <a:ln w="12700">
            <a:solidFill>
              <a:srgbClr val="C8854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331720"/>
            <a:ext cx="1097280" cy="36576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营销的本质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88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是输出价值观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乔布斯 · 1997 年内部演讲精华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Is About Values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· WWDC 1997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 年，苹果的处境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8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–90%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股价较峰值跌去九成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8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18天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现金流仅够支撑十八天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8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重返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6364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乔布斯重返 Apple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046720" cy="713232"/>
          </a:xfrm>
          <a:prstGeom prst="rect">
            <a:avLst/>
          </a:prstGeom>
          <a:solidFill>
            <a:srgbClr val="F5E6D8"/>
          </a:solidFill>
          <a:ln w="12700">
            <a:solidFill>
              <a:srgbClr val="F5E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0624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“这是一个需要重新定义苹果的时刻。”  —— Steve Jobs, 1997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8854A">
              <a:alpha val="18000"/>
            </a:srgbClr>
          </a:solidFill>
          <a:ln w="12700">
            <a:solidFill>
              <a:srgbClr val="C8854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苹果究竟代表什么？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703320" cy="2514600"/>
          </a:xfrm>
          <a:prstGeom prst="rect">
            <a:avLst/>
          </a:prstGeom>
          <a:solidFill>
            <a:srgbClr val="2C2C2E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产品思维（错误路径）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用功能参数定义品牌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用性能指标说服用户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跟着竞争对手走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965960"/>
            <a:ext cx="3703320" cy="251460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2103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价值观思维（正确路径）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265176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告诉世界你相信什么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让用户感受你代表谁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创造情感归属感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Different 的底层逻辑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2240280"/>
            <a:ext cx="274320" cy="36576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1874520" cy="324612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E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1208" y="1901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我们相信什么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2487168"/>
            <a:ext cx="548640" cy="27432"/>
          </a:xfrm>
          <a:prstGeom prst="rect">
            <a:avLst/>
          </a:prstGeom>
          <a:solidFill>
            <a:srgbClr val="FAEBD7"/>
          </a:solidFill>
          <a:ln w="12700">
            <a:solidFill>
              <a:srgbClr val="FAEB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2633472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相信人类可以改变世界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相信创造力无边界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240280"/>
            <a:ext cx="274320" cy="36576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17320"/>
            <a:ext cx="1874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0048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70048" y="1901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我们为谁而来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70048" y="2487168"/>
            <a:ext cx="548640" cy="27432"/>
          </a:xfrm>
          <a:prstGeom prst="rect">
            <a:avLst/>
          </a:prstGeom>
          <a:solidFill>
            <a:srgbClr val="F5E6D8"/>
          </a:solidFill>
          <a:ln w="12700">
            <a:solidFill>
              <a:srgbClr val="F5E6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2633472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给那些疯狂的人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给那些不合群的天才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240280"/>
            <a:ext cx="274320" cy="36576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417320"/>
            <a:ext cx="1874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1901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我们怎么做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18888" y="2487168"/>
            <a:ext cx="548640" cy="27432"/>
          </a:xfrm>
          <a:prstGeom prst="rect">
            <a:avLst/>
          </a:prstGeom>
          <a:solidFill>
            <a:srgbClr val="F5E6D8"/>
          </a:solidFill>
          <a:ln w="12700">
            <a:solidFill>
              <a:srgbClr val="F5E6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633472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挑战规则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简洁、美、直觉体验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1417320"/>
            <a:ext cx="1874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67728" y="1572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67728" y="1901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我们做什么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67728" y="2487168"/>
            <a:ext cx="548640" cy="27432"/>
          </a:xfrm>
          <a:prstGeom prst="rect">
            <a:avLst/>
          </a:prstGeom>
          <a:solidFill>
            <a:srgbClr val="F5E6D8"/>
          </a:solidFill>
          <a:ln w="12700">
            <a:solidFill>
              <a:srgbClr val="F5E6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2633472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电脑、软件、设备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改变世界的工具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注：营销应从 WHY 出发，而非从 WHAT 开始。产品可以被复制，价值观无法被模仿。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乔布斯的 Nike 参照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Nike 做了什么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2212848"/>
            <a:ext cx="137160" cy="137160"/>
          </a:xfrm>
          <a:prstGeom prst="ellipse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671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从不谈论气垫或鞋底材质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2706624"/>
            <a:ext cx="137160" cy="137160"/>
          </a:xfrm>
          <a:prstGeom prst="ellipse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6609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只讲「荣耀运动员精神」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3200400"/>
            <a:ext cx="137160" cy="137160"/>
          </a:xfrm>
          <a:prstGeom prst="ellipse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尊重最伟大的运动员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3694176"/>
            <a:ext cx="137160" cy="137160"/>
          </a:xfrm>
          <a:prstGeom prst="ellipse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48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Do It — 价值观宣言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3886200" cy="320040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45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应该做什么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10328" y="2212848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21671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不谈 MHz、RAM、处理器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10328" y="270662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26609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讲「改变世界的人」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0328" y="32004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尊重创造者与叛逆者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10328" y="3694176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3648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Different — 身份宣言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关键洞察：伟大的品牌营销的是身份认同，不是产品功能。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三条原则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89888" y="1554480"/>
            <a:ext cx="27432" cy="68580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149961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价值观优先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72768" y="186537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市场嘈杂，用户记不住参数。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品牌必须先回答「我们相信什么」，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再去谈产品能做什么。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968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89888" y="2670048"/>
            <a:ext cx="27432" cy="68580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6151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简洁即力量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72768" y="2980944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一个广告，一句话，一个形象。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复杂会稀释信息，简洁才能穿透噪音，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直达人心。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124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389888" y="3785616"/>
            <a:ext cx="27432" cy="68580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37307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情感连接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72768" y="409651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最好的营销让用户觉得：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「这个品牌懂我。」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归属感比任何折扣都更有黏性。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8854A">
              <a:alpha val="12000"/>
            </a:srgbClr>
          </a:solidFill>
          <a:ln w="12700">
            <a:solidFill>
              <a:srgbClr val="C8854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C8854A">
              <a:alpha val="12000"/>
            </a:srgbClr>
          </a:solidFill>
          <a:ln w="12700">
            <a:solidFill>
              <a:srgbClr val="C8854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C8854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is about values.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complicated and noisy world,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we're not going to get a chance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people to remember much about us.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have to be really clear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what we want them to know about us.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Steve Jobs, 1997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不是卖产品，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是传递信仰。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371600" y="3520440"/>
            <a:ext cx="2011680" cy="502920"/>
          </a:xfrm>
          <a:prstGeom prst="rect">
            <a:avLst/>
          </a:prstGeom>
          <a:solidFill>
            <a:srgbClr val="F5E6D8"/>
          </a:solidFill>
          <a:ln w="12700">
            <a:solidFill>
              <a:srgbClr val="F5E6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价值观 &gt; 功能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3520440"/>
            <a:ext cx="2011680" cy="50292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身份认同 &gt; 产品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3520440"/>
            <a:ext cx="2011680" cy="502920"/>
          </a:xfrm>
          <a:prstGeom prst="rect">
            <a:avLst/>
          </a:prstGeom>
          <a:solidFill>
            <a:srgbClr val="F5E6D8"/>
          </a:solidFill>
          <a:ln w="12700">
            <a:solidFill>
              <a:srgbClr val="F5E6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简洁 &gt; 复杂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参考来源：Steve Jobs · Apple Internal Address · 1997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营销的本质是输出价值观</dc:title>
  <dc:subject>PptxGenJS Presentation</dc:subject>
  <dc:creator>PptxGenJS</dc:creator>
  <cp:lastModifiedBy>PptxGenJS</cp:lastModifiedBy>
  <cp:revision>1</cp:revision>
  <dcterms:created xsi:type="dcterms:W3CDTF">2026-04-25T06:23:11Z</dcterms:created>
  <dcterms:modified xsi:type="dcterms:W3CDTF">2026-04-25T06:23:11Z</dcterms:modified>
</cp:coreProperties>
</file>